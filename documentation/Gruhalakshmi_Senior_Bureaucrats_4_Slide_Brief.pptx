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10"/>
  </p:normalViewPr>
  <p:slideViewPr>
    <p:cSldViewPr snapToGrid="0" snapToObjects="1">
      <p:cViewPr>
        <p:scale>
          <a:sx n="145" d="100"/>
          <a:sy n="145" d="100"/>
        </p:scale>
        <p:origin x="285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64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one-slide framing for Chief Secretary/Department Secretary level discussion. Sources for scheme base: Karnataka WCD official Gruhalakshmi scheme page and June 2026 press reporting on biometric/life-proof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the operating model: self-service + assisted channels, document capture, address match, rule engine, notification, appeals, life-proof and DBT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Senior message: governance by design. The system supports policy configurability, citizen safeguards, auditability, and controlled DBT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slide is meant to secure executive direction: approve MVP pilot, lock configurable policy defaults, choose pilot districts, and validate DBT cut-off/reinstatement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6620256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Gruhalakshmi Beneficiary Integrity Portal  |  Senior Decision Brief  |  Draft for discussion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972800" y="66202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Gruhalakshmi Beneficiary Integrity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citizen-first re-registration and life-proof model to ensure one valid beneficiary per household while protecting DBT continuity.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1298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9A1B"/>
                </a:solidFill>
              </a:rPr>
              <a:t>Executive intent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0352" y="1609344"/>
            <a:ext cx="594360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Prevent duplicate household claims without creating citizen hardship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852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All current and new applicants re-register with Aadhaar as primary ID/address proof, submit additional proofs where available, and enter a transparent rule-based household integrity workflow.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73352" y="3767328"/>
            <a:ext cx="859536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593592" y="3767328"/>
            <a:ext cx="859536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513832" y="3767328"/>
            <a:ext cx="859536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34072" y="3767328"/>
            <a:ext cx="859536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354312" y="3767328"/>
            <a:ext cx="859536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3442" y="3401568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Aadhaar + proofs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3401568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household/address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26280" y="3401568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rule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46520" y="3401568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retain/deactivate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66760" y="3401568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Life-proof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months / configured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287000" y="3401568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E0E7FF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list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continue/cancel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73152" cy="11521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34290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Equity</a:t>
            </a:r>
            <a:endParaRPr lang="en-US" sz="1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household benefit rule applied consistently across channels and geographies.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43400" y="4663440"/>
            <a:ext cx="73152" cy="1152144"/>
          </a:xfrm>
          <a:prstGeom prst="rect">
            <a:avLst/>
          </a:prstGeom>
          <a:solidFill>
            <a:srgbClr val="D99A1B"/>
          </a:solidFill>
          <a:ln w="12700">
            <a:solidFill>
              <a:srgbClr val="D99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34840" y="4663440"/>
            <a:ext cx="34290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Configurability</a:t>
            </a:r>
            <a:endParaRPr lang="en-US" sz="1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criteria can shift: oldest, youngest, ration-card head, first approved, or manual review.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92440" y="4663440"/>
            <a:ext cx="73152" cy="11521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183880" y="4663440"/>
            <a:ext cx="34290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Accountability</a:t>
            </a:r>
            <a:endParaRPr lang="en-US" sz="1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status change, rule execution, notification and appeal is audit logged.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operating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platform with assisted and self-service channels, automated household matching, and governed exception handling.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64748B"/>
                </a:solidFill>
              </a:rPr>
              <a:t>Citizen / Service Channel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3611880" y="124358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64748B"/>
                </a:solidFill>
              </a:rPr>
              <a:t>Verification &amp; Rule Engine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7498080" y="124358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64748B"/>
                </a:solidFill>
              </a:rPr>
              <a:t>Decision &amp; Payments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3063240" y="1115568"/>
            <a:ext cx="0" cy="4983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03720" y="1115568"/>
            <a:ext cx="0" cy="4983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74520" y="1929384"/>
            <a:ext cx="15544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929384"/>
            <a:ext cx="15544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635240" y="1929384"/>
            <a:ext cx="150876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424160" y="1929384"/>
            <a:ext cx="0" cy="1042416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738360" y="4169664"/>
            <a:ext cx="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89320" y="4169664"/>
            <a:ext cx="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1609344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/ Web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Login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66928" y="2487168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Centre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Intake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3429000" y="1609344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Aadhaar +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Proofs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349240" y="1609344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E0E7FF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269480" y="1609344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Grouping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9189720" y="1609344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Rule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738360" y="2907792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726680" y="384048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EE2E2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+ Appeal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others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526280" y="384048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E0E7FF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Eligible /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 Export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2542032" y="384048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Life-proof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66928" y="4892040"/>
            <a:ext cx="73152" cy="8778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8368" y="4892040"/>
            <a:ext cx="21488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Bangalore One, Karnataka One, Grama One, Panchayat offices, mobile and web.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063240" y="4892040"/>
            <a:ext cx="73152" cy="841248"/>
          </a:xfrm>
          <a:prstGeom prst="rect">
            <a:avLst/>
          </a:prstGeom>
          <a:solidFill>
            <a:srgbClr val="D99A1B"/>
          </a:solidFill>
          <a:ln w="12700">
            <a:solidFill>
              <a:srgbClr val="D99A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54680" y="489204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/ low confidence household matches move to Taluk or District officer queue.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400800" y="4892040"/>
            <a:ext cx="73152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0" y="489204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safeguard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automatic hard delete. Proposed deactivation is notified with an appeal window.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9308592" y="4892040"/>
            <a:ext cx="73152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400032" y="4892040"/>
            <a:ext cx="2148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control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Retained and life-proof compliant beneficiaries enter the payment continuation list.</a:t>
            </a:r>
            <a:endParaRPr lang="en-US" sz="106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controls built into the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should be a policy-execution system, not just a registration form.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512064" cy="512064"/>
          </a:xfrm>
          <a:prstGeom prst="ellipse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14264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</a:rPr>
              <a:t>Rule governance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00200" y="1755648"/>
            <a:ext cx="3703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criteria are configurable, versioned and maker-checker approved. Every execution logs reason, evidence and outcome.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6520" y="1417320"/>
            <a:ext cx="512064" cy="512064"/>
          </a:xfrm>
          <a:prstGeom prst="ellipse">
            <a:avLst/>
          </a:prstGeom>
          <a:solidFill>
            <a:srgbClr val="D99A1B"/>
          </a:solidFill>
          <a:ln>
            <a:solidFill>
              <a:srgbClr val="D99A1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0" y="14264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</a:rPr>
              <a:t>Citizen protection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0" y="1755648"/>
            <a:ext cx="3703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Deactivation is staged: detect, notify, allow correction or appeal, then deactivate only after due process.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512064" cy="512064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044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</a:rPr>
              <a:t>Life-proof discipline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3374136"/>
            <a:ext cx="3703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 beneficiaries periodically verify life-proof. Missing the due date plus grace period makes the DBT status inactive.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035808"/>
            <a:ext cx="512064" cy="512064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</a:rPr>
              <a:t>Audit &amp; privacy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0" y="3374136"/>
            <a:ext cx="3703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Aadhaar is masked/tokenized, documents are access-controlled, and all operator/admin/call-centre actions are traceable.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82750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9A1B"/>
                </a:solidFill>
              </a:rPr>
              <a:t>Control framework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248656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login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71800" y="5248656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Centre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intake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upload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5248656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support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52360" y="5248656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 Officer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notes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92640" y="5248656"/>
            <a:ext cx="1737360" cy="713232"/>
          </a:xfrm>
          <a:prstGeom prst="roundRect">
            <a:avLst>
              <a:gd name="adj" fmla="val 8974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Admin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exports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ask: approve a controlled 90-day pilot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the portal in selected urban, semi-urban and rural districts before statewide rollout.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Beneficiary Mobile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1828800" cy="3182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0B1F3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OTP Login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Aadhaar + proofs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 card optional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Retained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Life-proof due: 18 Aug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Verify Now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325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Service Centre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35808" y="1572768"/>
            <a:ext cx="1874520" cy="318211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Assisted Intake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create application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Aadhaar proof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additional docs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photo / life-proof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Submit &amp; Print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40680" y="13258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Admin / Call Centre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1572768"/>
            <a:ext cx="342900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Dashboard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household groups:  ▓▓▓▓▓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Life-proof overdue:          ▓▓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Appeals pending:             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continuation list:       Ready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centre: search → explain → ticket → escalate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3544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9A1B"/>
                </a:solidFill>
              </a:rPr>
              <a:t>Policy decisions needed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89720" y="1664208"/>
            <a:ext cx="24688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1  Retention rule default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2  Life-proof frequency + grace period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3  Appeal window and officer hierarchy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4  Pilot districts and service-centre mix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5  DBT cut-off protocol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49808" y="5084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9A1B"/>
                </a:solidFill>
              </a:rPr>
              <a:t>Pilot roadmap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5650992"/>
            <a:ext cx="1965960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74920" y="5650992"/>
            <a:ext cx="2194560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 flipV="1">
            <a:off x="7775689" y="5664478"/>
            <a:ext cx="911111" cy="0"/>
          </a:xfrm>
          <a:prstGeom prst="line">
            <a:avLst/>
          </a:prstGeom>
          <a:noFill/>
          <a:ln w="16510">
            <a:solidFill>
              <a:srgbClr val="D99A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5340096"/>
            <a:ext cx="169164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days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MVP + 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5340096"/>
            <a:ext cx="169164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31–60 days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intake + matching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5340096"/>
            <a:ext cx="169164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61–90 days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DBT dry run + appeals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5340096"/>
            <a:ext cx="1691640" cy="658368"/>
          </a:xfrm>
          <a:prstGeom prst="roundRect">
            <a:avLst>
              <a:gd name="adj" fmla="val 9722"/>
            </a:avLst>
          </a:prstGeom>
          <a:solidFill>
            <a:srgbClr val="E0E7FF"/>
          </a:solidFill>
          <a:ln w="8890">
            <a:solidFill>
              <a:srgbClr val="CBD5E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gate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/ refine / hold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2580" y="4036846"/>
            <a:ext cx="2331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0B1F3A"/>
                </a:solidFill>
              </a:rPr>
              <a:t>Outcome: clean beneficiary base, defensible deactivation decisions, service-centre readiness, and controlled DBT continuity.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718</Words>
  <Application>Microsoft Office PowerPoint</Application>
  <PresentationFormat>Widescreen</PresentationFormat>
  <Paragraphs>149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Truflux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Gruhalakshmi Beneficiary Integrity Portal — Senior Decision Brief</dc:title>
  <dc:subject>Karnataka Gruhalakshmi Beneficiary Integrity Portal</dc:subject>
  <dc:creator>Truflux Technologies / Consulting Draft</dc:creator>
  <cp:lastModifiedBy>Satya Srinivasan</cp:lastModifiedBy>
  <cp:revision>2</cp:revision>
  <dcterms:created xsi:type="dcterms:W3CDTF">2026-06-15T14:28:42Z</dcterms:created>
  <dcterms:modified xsi:type="dcterms:W3CDTF">2026-06-15T20:14:28Z</dcterms:modified>
</cp:coreProperties>
</file>